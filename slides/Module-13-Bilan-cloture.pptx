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13 — Bilan et clôture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Réaliser les travaux de clôture : FNP, CCA, FAE, PCA, stocks, amortissements, provisions, cut-off.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tous les comptes et contrôler les cycles clés.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le dossier de bilan pour le réviseur / chef de 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Appliquer le principe de cut-off.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Passer les écritures d'inventaire courantes.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 cut-off (séparation des exercices)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Chaque charge/produit doit être rattaché à l'exercice qui le concerne, quelle que soit la date de facturation/paiement.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Situation / Écriture de régularisation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Les écritures d'inventaire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FNP — Facture non parvenue (charge de N non encore facturée)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Marchandises reçues en décembre, facture 1 000 € HT attendue.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(Contrepassée à l'ouverture de N+1.)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FAE — Facture à établir (produit de N non encore facturé)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Les écritures d'inventaire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CCA — Charge constatée d'avance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Assurance 1 200 € payée en N pour la période janv–déc N+1.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PCA — Produit constaté d'avance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Abonnement encaissé en N pour des prestations N+1.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Stocks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l'inventaire, on constate la variation de stock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Stock initial : 6037 D / 37 C (annulation du stock d'ouverture).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Stock final : 37 D / 6037 C (constatation du stock de clôture).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(Pour matières premières : comptes 31 / 6031.)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Amortissements et provisions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Amortissements : dotation de l'exercice (6811 / 28x) — cf. Module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Dépréciations : stocks (39), créances douteuses (491), titres… (681x / 49x) — sur validation 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Provisions pour risques et charges (15x / 681x) : litiges, garanties… — décision EC.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Contrôles de clôture (par cycle)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: comptes 445x cohérents avec les déclarations ; TVA sur FNP/FAE (44586/44587) bien passée.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Banque : rapprochements faits, 512 justifié.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Emprunts : 164 = capital restant dû (tableau bancaire) ; intérêts courus (1688) si besoin.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Paie : 421/431/437 soldés ou justifiés ; congés payés à provisionner (428/438) selon politique.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Capitaux propres : résultat N-1 affecté (PV d'AG), 455 justifié.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d'attente : 471/580 =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Préparation du dossier 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Documents à réunir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définitive + grand livre.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Feuilles de travail par cycle (Module 11).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Rapprochements bancaires de clôture.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Fichier des immobilisations + dotations.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Détail des FNP/FAE/CCA/PCA + justificatifs.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Préparation du dossier bilan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des emprunts (capital restant dû).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Détail des provisions/dépréciations proposées.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Liste des questions/éléments à valider par l'EC.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Documents à demander au client (clôture)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Inventaire physique des stocks au dernier jour.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Relevés bancaires de décembre + relevé au 31/12.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Factures de fin d'année non encore transmises.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Échéanciers d'emprunts, contrats de crédit-bail.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Justificatifs des provisions (litiges en cours).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Relevés fournisseurs / clients pour justifier 401/411.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Documents à demander au client (clôture)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Détail des en-cours (FAE) et acomptes.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de clôture / 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Cut-off réalisé : FNP, FAE, CCA, PCA passées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Stocks constatés (variation)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Amortissements de l'exercice passés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Provisions/dépréciations proposées (validation EC)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de clôture contrôlée (FNP/FAE incluses)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Rapprochements bancaires de clôture 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de clôture / bilan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Emprunts justifiés (164 = capital restant dû)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Paie justifiée (421/431/437)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Capitaux propres : résultat N-1 affecté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471/580 =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 bilan complet pour le chef de mission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13.1 — Cut-off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 31/12/N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d'électricité de décembre reçue le 10/01/N+1 : 300 €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Assurance 2 400 € payée le 01/10/N pour 12 mois (oct N → sept N+1).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Prestation réalisée en décembre N, facturée en janvier : 5 000 €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passer les écritures de régularisation.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13.1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13.1 — Cut-off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FNP : 60612 D 300 / 44586 D 60 / 408 C 360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CCA : la part N+1 = 9 mois (janv→sept) sur 12 = 2 400 × 9/12 = 1 800 → 486 D 1 800 / 616 C 1 800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FAE : 418 D 6 000 / 706 C 5 000 / 44587 C 1 000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13.2 — Variation de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Stock initial 12 000 €, stock final 15 000 € (marchandises). Passez les écritures et indiquez l'effet sur le résultat.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13.2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Annulation stock initial : 6037 D 12 000 / 37 C 12 000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Constatation stock final : 37 D 15 000 / 6037 C 15 000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Variation = +3 000 € (stock en hausse) → diminue les charges (compte 6037 créditeur net de 3 000) → augmente le résultat de 3 000 €.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