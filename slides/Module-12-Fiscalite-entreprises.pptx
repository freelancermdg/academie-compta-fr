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12 — Fiscalité des entreprises françaises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Distinguer IR / IS, BIC / BNC / BA, micro / réel.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Connaître les déclarations (2031, 2035, 2065) et la liasse fiscale.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acomptes/solde IS, CFE, CVAE, taxe sur les salaires, taxe sur les véhicules.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Connaître les principales échéances.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Qui paie quoi : IR ou 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Impôt sur le revenu (IR) / Impôt sur les sociétés (IS)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Les catégories de revenus professionnels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Catégorie / Activité / Régimes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Les régimes d'imposition du bénéfice (seuils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Régime / Seuils de CA (2026) / Abattement / obligations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L'impôt sur les sociétés (IS) — taux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Taux normal : 25 %.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Taux réduit : 15 % sur les premiers 42 500 € de bénéfice, pour les PME dont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CA HT &lt; 10 M€,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capital entièrement libéré,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détenu à ≥ 75 % par des personnes physiques (ou sociétés répondant elles-mêmes aux conditions).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Au-delà de 42 500 € : taux normal de 25 %.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L'impôt sur les sociétés (IS) — taux 2026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— Bénéfice 60 000 € (PME éligible)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42 500 × 15 % = 6 375 €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(60 000 − 42 500) × 25 % = 17 500 × 25 % = 4 375 €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IS = 10 750 €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Acomptes et solde 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 acomptes : 15 mars, 15 juin, 15 septembre, 15 décembre (formulaire 2571).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L'impôt sur les sociétés (IS) — taux 2026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Solde : le 15 mai N pour un exercice clos le 31/12/N-1 (sinon le 15 du 4e mois suivant la clôture) — formulaire 2572.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La liasse fiscale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Date limite de dépôt : généralement début mai (2e jour ouvré suivant le 1er mai) pour un exercice clos au 31/12, avec la télétransmission EDI-TDFC (dé…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Rôle du collaborateur : préparer les tableaux, justifier les comptes, rassembler les éléments ; l'expert-comptable finalise et télétransmet.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Autres impôts et taxes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CFE — Cotisation foncière des entreprises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CVAE — Cotisation sur la valeur ajoutée des entreprises (2026)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Due si CA &gt; 500 000 €.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Suppression progressive maintenue jusqu'en 2030 (report).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Taux maximal : 0,28 % pour 2026 (et 2027), puis 0,19 % en 2028, 0,09 % en 2029, suppression en 2030.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Taxe sur les salaires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Autres impôts et taxes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Taxes sur l'affectation des véhicules (ex-TVS)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Échéances fiscales importantes (mémo)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Échéance / Quand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préparation des éléments fiscaux » (offshore)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Régime fiscal du dossier identifié (IR/IS, BIC/BNC, micro/réel)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révisés et justifiés (Module 11)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de l'exercice bouclée et cohérente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Immobilisations et amortissements à jour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Provisions / dépréciations recensées (à valider)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Comptes courants d'associés justifiés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préparation des éléments fiscaux » (offshore)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Éléments de réintégration/déduction signalés (amendes, TVS, etc.) pour décision 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Tableaux de liasse pré-remplis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Dossier transmis au chef de mission sans valider fiscalement à sa place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12.1 — Calcul d'IS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Une SAS (PME éligible au taux réduit) réalise un bénéfice fiscal de 90 000 €. Calculez l'IS.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12.1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42 500 × 15 % = 6 375 €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(90 000 − 42 500) × 25 % = 47 500 × 25 % = 11 875 €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IS = 18 250 €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12.2 — Régime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 consultant indépendant réalise 70 000 € de recettes (prestations intellectuelles). Quel régime fiscal possible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12.2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