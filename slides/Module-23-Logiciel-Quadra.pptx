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23 — Logiciel : Quadra (Cegid Quadra / QuadraCOMPTA)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Saisir efficacement avec les guides d'écriture Quadra.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Lettrer, rapprocher la banque, éditer grand livre/balance.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Utiliser les modules de révision et d'immobilisations.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Saisie rapide par guides (TVA pré-paramétrée).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Justification des comptes en révision.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À quoi sert Quadra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Selon le cabinet : version installée ou hébergée. Les menus exacts varient selon la version — ici on décrit les fonctions (stables).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Repères d'interface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Dossier / société + exercice ouverts (toujours vérifier avant de saisir).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Journaux (codes : AC, VT, BQ, OD…) et périodes.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Plan comptable du dossier.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Guides d'écriture : modèles d'écritures pré-paramétrés (compte + TVA) pour saisir vite.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Workflow de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Ouvrir le bon dossier + le bon exercice + la bonne période.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Saisir par journal, en s'appuyant sur les guides d'écriture (vérifier le compte et la TVA produits par le guide).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Importer/saisir la banque, puis rapprochement bancaire.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Lettrer 401/411 (auto + manuel pour les écarts).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Éditer grand livre / balance pour contrôle.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Réviser par cycle (QuadraEXPERT) : justifier les soldes.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Workflow de production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Immobilisations : tenir le fichier, passer les dotations.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Préparer les éléments de liasse → validation EC.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Les guides d'écriture (clé de la productivité)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Un guide = un modèle (ex. « Achat fournisseur TVA 20 % » → 607 / 44566 / 401).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Gain de temps énorme mais : si le guide est mal choisi, la TVA ou le compte sont faux → toujours vérifier le résultat.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Les abonnements automatisent les écritures récurrentes (loyer, leasing) : contrôler les montants.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Rapprochement &amp; lettrage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Rapprochement : pointer relevé ↔ 512 (cf. Module 6) ; virements internes via 580.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Lettrage : auto par montant, manuel pour avoirs/écarts (cf. Module 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Erreurs fréquentes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Mauvais dossier/exercice/période ouverts (saisie au mauvais endroit).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Guide d'écriture inadapté (mauvaise TVA pré-paramétrée).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Brouillard non validé (écritures « en attente » oubliées).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Lettrage automatique sur des écarts.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Bonnes pratiques offshore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Vérifier le contexte (dossier/exercice/période) avant chaque session.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Contrôler le rendu des guides automatiques.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Valider les brouillards, contrôler la balance après saisie.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Travailler par cycle en révision et justifier chaque solde (feuille de travail).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Quadra (tenue + révision d'un dossier)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 dossier / exercice / période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Saisie par guides contrôlée (compte + TVA)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Brouillards validés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Banque rapprochée (580 = 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Lettrage 401/411 fait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Balance éditée et contrôlée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Quadra (tenue + révision d'un dossier)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Cycles révisés et justifiés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Immobilisations à jour (dotations)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Éléments de liasse préparés pour l'EC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