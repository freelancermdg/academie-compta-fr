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10972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MODULE 20 — Parcours carrière et freelancing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A13A"/>
                </a:solidFill>
                <a:latin typeface="Calibri"/>
              </a:rPr>
              <a:t>Comptabilité française externalisée  -  Formation en ligne · Madagascar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Savoir se positionner comme assistant comptable freelance pour cabinets français.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Construire une offre, un portfolio, prospecter, fixer ses tarifs.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Garantir la qualité et évoluer vers réviseur / chef de mission offshore.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Devenir assistant comptable freelance pour cabinets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Étapes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Maîtriser les compétences cœur (Modules 4–11) + un outil cabinet.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Se déclarer (statut local malgache adapté à la prestation de services à l'export).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Sécuriser son poste (confidentialité — argument commercial fort).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Construire une offre claire et un portfolio.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Prospecter les cabinets.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Devenir assistant comptable freelance pour cabinets français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Délivrer une qualité régulière → fidéliser.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Les compétences à vendre (par niveau)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Niveau / Prestations vendables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Différenciateurs : maîtrise de Pennylane + un outil cabinet (ACD/Sage/Cegid), rigueur, anticipation, confidentialité, reporting clair, bon français éc…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Tarifs indicatifs (à adapter au marché et au niveau)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Repères pour de la production offshore Madagascar → cabinets FR. À ajuster selon l'expérience, le volume et la complexité. Ces fourchettes ne sont pas des barèmes officiels.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Modèle de facturation / Fourchette indicative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Créer son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Cas anonymisés : « rapprochement bancaire d'un dossier de X écritures », « préparation CA3 », « apurement 471 ».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Captures (anonymisées) de tableaux de suivi, balances âgées, états de rapprochement.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Checklists et procédures maîtrisées (preuve de méthode).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Témoignages de cabinets clients.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CV orienté compétences (outils + cycles maîtrisés + KPI : taux de retour, délais).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Jamais de données client réelles dans un portfolio (RGPD/secret professionnel). Tout est anonymisé/fictif.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Présenter ses services (pitch)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« J'aide les cabinets d'expertise comptable français à fiabiliser et accélérer leur production : saisie, TVA, rapprochement, lettrage et révision, sur Pennylane/ACD/Sage, avec une checklist qualité à chaque livraison et un taux de retour inférieur à 5 %. Données traitées en confidentialité totale.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Prospecter les cabinets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Cibler : petits/moyens cabinets en croissance, surchargés en période fiscale.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Canaux : LinkedIn (messages personnalisés), plateformes freelance, recommandations, salons/forums comptables en ligne.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Approche : message court → problème (surcharge) → solution (production fiable offshore) → preuve (méthode, KPI) → proposition d'essai.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Période clé : avant les pics (TVA, campagne bilan/liasse de janvier à mai).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7. Éviter les erreurs professionnelles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Promettre des délais intenables.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Travailler sans confidentialité (rédhibitoire).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Valider à la place de l'expert-comptable.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Livrer sans checklist qualité.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Ne pas tracer / ne pas reporter.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Négliger le français écrit.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8. Monter une équipe comptable offshore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Recruter sur les compétences cœur + tester (cas pratiques de cette formation).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Standardiser : procédures, checklists, nommage, modèles de mails communs.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Superviser : un réviseur senior contrôle les juniors (contrôle croisé).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Mesurer : KPI par collaborateur (taux de retour, délais, volume).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Former en continu : carnet d'erreurs partagé, points hebdo.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9. Garantir la qualité (à l'échelle)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Checklist qualité obligatoire à chaque livraison.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Double contrôle des dossiers sensibles / nouveaux clients.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Revue mensuelle des KPI.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Plan de montée en compétence individualisé.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10. Évoluer vers réviseur comptable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Parcours type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Critères de passage : maîtrise des cycles, taux de retour durablement bas, capacité à justifier tous les soldes et à préparer un bilan.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« se lancer en freelance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Compétences cœur maîtrisées (Modules 4–11)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Au moins 1 outil cabinet maîtrisé + Pennylane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Poste sécurisé (confidentialité documentée)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Offre + tarifs définis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Portfolio anonymisé prêt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Profil LinkedIn / pitch prêts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« se lancer en freelance »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Modèles de mails et checklists qualité en place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Statut/déclaration en règle localement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Évaluation de fin de module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Quiz interactif auto-corrige disponible dans la plateforme e-learning (seuil de reussite : 70 %).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A13A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Appliquez la checklist du module avant toute livraison.
Faites le quiz interactif dans la plateforme (seuil 70 %).
Vous preparez et proposez ; l'expert-comptable decide et signe.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