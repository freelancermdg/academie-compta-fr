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15 — Communication professionnelle avec un cabinet français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Rédiger des mails clairs et professionnels.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Demander une pièce, signaler une anomalie, faire une relance, répondre au chef de mission, présenter un travail terminé, remonter un blocage.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Adopter le ton attendu.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Écrire un mail structuré et actionnable.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Communiquer de façon traçable.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Les règles d'un bon mail professionnel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Objet clair : [CLIENT X] – TVA mars 2026 – à valider.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Une idée = un mail (ou des points numérotés).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Aller à l'essentiel : contexte → demande → action attendue → délai.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Ton courtois et précis : pas de familiarité, pas de jargon inutile, pas de fautes.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jointes nommées correctement.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Toujours proposer une solution, pas seulement un problème.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Les règles d'un bon mail professionnel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Traçabilité : un écrit vaut mieux qu'un message 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 ton professionnel attendu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Vouvoiement, formules de politesse (« Bonjour », « Cordialement »).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Phrases courtes, factuelles.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 d'excès d'excuses ni d'imprécision (« je crois que… »). Dire ce qui est fait, en cours, bloqué.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En cas de doute : poser une question précise avec les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A. Demande de pièce manquante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Objet : [CLIENT MARTIN] – Pièce manquante – Facture mars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Bonjour,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En rapprochant la banque de mars, j'ai relevé un prélèvement de 120 € (ORANGE, le 12/03) sans facture associée.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Pourriez-vous me transmettre la facture correspondante via Dext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En attente, je laisse l'opération en compte d'attente (471) avec commentaire.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Merci, cordialement.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B. Signalement d'anomalie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Objet : [CLIENT MARTIN] – Anomalie – Compte courant d'associé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Bonjour,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En révision, le compte 455 (associé) ressort débiteur de 8 000 €. Cela pourrait constituer une avance à régulariser.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Je vous transmets le détail des mouvements. Souhaitez-vous que je procède à un reclassement ou attendez-vous une instruction ?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Cordialement.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C. Relance (2e demande)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Objet : [CLIENT MARTIN] – Relance – Pièces manquantes (3 éléments)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 (suite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Bonjour,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Pour boucler la TVA de mars (échéance le 24/04), il me manque encore :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1. Facture Orange du 12/03 (120 €)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2. Relevé bancaire complet de mars (page 2 manquante)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3. Facture d'achat fournisseur DURAND (500 €)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Merci de me les transmettre avant le 20/04 pour tenir l'échéance.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 (suite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Cordialement.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D. Réponse au chef de mission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Objet : RE: [CLIENT MARTIN] – TVA mars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Bonjour,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C'est fait : TVA de mars préparée, brouillon CA3 en pièce jointe.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 (suite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- TVA collectée : 10 000 € · déductible : 7 200 € · à payer : 2 800 €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- Banque rapprochée, 471 soldé.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- Point en suspens : 1 facture (120 €) encore en attente, sans impact sur la TVA.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Dossier prêt à valider. Cordialement.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E. Présentation d'un travail terminé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Objet : [CLIENT MARTIN] – Dossier mars TERMINÉ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 (suite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Bonjour,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Le dossier de mars est finalisé et contrôlé :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- Saisie achats/ventes/banque : OK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- Rapprochement bancaire : OK (solde justifié)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- Lettrage 401/411 : OK · 471 : soldé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 (suite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- TVA : préparée, à valider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Checklist qualité jointe. Dossier disponible dans [outil].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Cordialement.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F. Remontée de blocage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Objet : [CLIENT MARTIN] – BLOCAGE – accès bancaire expiré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Modèles de mails (voir aussi annexes/Modeles-mails.md) (suite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Bonjour,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Je ne peux pas terminer le rapprochement : la connexion bancaire dans Pennylane a expiré (erreur depuis le 02/04).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Action de ma part : saisie achats/ventes faite en attendant.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Pouvez-vous demander au client de renouveler la synchronisation bancaire ? Sans cela, la TVA ne pourra pas être bouclée à temps.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Cordialement.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Comment faire une relance client (efficace)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Regrouper toutes les demandes en une liste numérotée.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Indiquer l'échéance et l'impact (« pour tenir la TVA »).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Rester courtois mais ferme.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Tracer : noter la date de relance dans le tableau de suivi.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avant d'envoyer un mail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Objet clair avec [CLIENT]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Demande précise et action attendue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Délai indiqué si besoin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Solution / contexte fournis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jointes nommées et présentes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 de fautes, ton professionnel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avant d'envoyer un mail »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 d'info confidentielle dans un canal non sécurisé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15.1 — Rédiger un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Vous découvrez un doublon de facture EDF (240 €) déjà payée deux fois par le client. Rédigez le mail au chef de mission.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15.1 (exemple)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Objet : [CLIENT X] – Anomalie – Double paiement EDF (240 €)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Bonjour,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En lettrant le compte 401 EDF, j'ai constaté que la facture de 240 € a été payée deux fois (le 05/03 et le 18/03). Le compte fournisseur est donc débiteur de 240 €.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Je propose de signaler le trop-payé au client pour demande de remboursement ou avoir. Souhaitez-vous que je le contacte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15.1 — Rédiger un mail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Détail joint. Cordialement.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