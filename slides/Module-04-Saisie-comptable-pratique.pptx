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4 — Saisie comptable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achats, ventes, banque, caisse et OD.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Appliquer la bonne TVA (avec, sans, autoliquidation, intracommunautaire, import/export).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Imputer correctement les charges courantes (loyer, télécom, carburant, honoraires…).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Traiter les cas particuliers fréquents en cabinet.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 à maîtriser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Trouver le bon compte de charge et le bon taux de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un journal de banque équilibré.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Reconnaître les opérations à autoliquider.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Les journaux de saisie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Journal / Code usuel / Contenu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Saisie des ACHATS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Schéma général : 6xx (HT) + 44566 (TVA) au débit / 401 au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1 — Achat marchandises 1 000 € HT, TVA 20 %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2 — Facture sans TVA (fournisseur en franchise en base)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Mention sur la facture : « TVA non applicable, art. 293 B du CGI ». Pas de TVA déductible.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Saisie des VENTES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Schéma général : 411 (TTC) au débit / 70x (HT) + 44571 (TVA) au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3 — Vente prestation 2 000 € HT, TVA 20 %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Saisie de la BANQUE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 : 512 débité = entrée d'argent, 512 crédité = sortie.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4 — Paiement fournisseur 1 200 € : 401 D 1 200 / 512 C 1 200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5 — Encaissement client 2 400 € : 512 D 2 400 / 411 C 2 400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6 — Frais bancaires 18 € : 627 D 18 / 512 C 18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7 — Virement du compte courant vers le livret (compte interne) : 580 puis contrepassation (cf. virements internes Module 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Saisie de la CAISSE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Journal CA : entrées (ventes espèces) au débit du 53, sorties (achats espèces) au crédit.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 clé : le solde 53 ne peut jamais être créditeur. Si négatif → erreur (souvent un apport en espèces non saisi ou une dépense en double).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Saisie des OD (opérations diverses)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Servent aux écritures qui ne passent pas par achats/ventes/banque : paie, TVA, dotations aux amortissements, régularisations, à-nouveaux, reclassement…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La TVA selon les cas (synthèse — détail Module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Situation / Traitement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8 — Autoliquidation sous-traitance BTP 5 000 € 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La facture du sous-traitant porte la mention « Autoliquidation ». Neutre en trésorerie de TVA mais obligatoire sur la CA3.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9 — Achat intracommunautaire de biens 3 000 € (fournisseur allemand)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Imputation des charges courantes (mémo cabinet)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Dépense / Compte / TVA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Véhicules de tourisme (VP) : TVA sur l'achat et l'entretien non déductible ; carburant partiellement déductible. Détail Module 5 et Module 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Cas particuliers fréquents en cabinet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Avoir fournisseur : écriture inverse de l'achat (401 D / 6xx C + TVA 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Acompte versé : 4091 (fournisseur débiteur) avant la facture définitive.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à cheval sur 2 exercices : rattachement (CCA/FNP, Module 13).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Paiement CB différé : débit bancaire postérieur (rapprochement, Module 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 de frais salarié : charges par nature + 425/455 selon remboursement.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Prélèvement sans facture (abonnement) : passer en 471 ou en charge avec relance pièce.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saisie (par pièce)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 conforme et lisible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journal (AC/VT/BQ/CA/OD)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tiers (401/411, le bon)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compte de charge/produit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taux de TVA et bon compte de TVA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Montant HT + TVA = TTC (recalcul)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saisie (par pièce)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Date et n° de pièce corrects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 de doublon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Commentaire si opération inhabituelle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4.1 — Lot de 8 saisies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(TVA 20 % sauf mention)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EDF électricité 240 € TTC.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assurance local 600 €.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client prestation 4 800 € TTC.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Carburant gazole 60 € TTC (TVA déductible 80 %).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Honoraires avocat 1 200 € 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4.1 — Lot de 8 saisies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Sous-traitance BTP 2 000 € HT (autoliquidation).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Achat fournitures Amazon UE (vendeur établi en UE) 100 € (intracom. biens).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bancaires 12 € (sans TVA).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4.1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60612 = 200 / 44566 = 40 / 401 = 240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616 = 600 / 401 = 600 (pas de TVA sur assurance)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4.1 — Lot de 8 saisies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411 = 4 800 / 706 = 4 000 / 44571 = 800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60622 = 50 + (TVA non déductible 20 %×0,20×... ) → pratique : 60622 = 50 ; TVA totale = 10, déductible 8 (44566), non déductible 2 (en 60622). Donc 60…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6226 = 1 200 / 44566 = 240 / 401 = 1 440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611 = 2 000 / 401 = 2 000 ; 445662 = 400 / 4452 = 400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6064 (ou 607) = 100 / 445662 = 20 / 4452 = 20 ; 401 = 100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627 = 12 / 512 =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