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21 — Logiciel : Pennylane (production &amp; pré-compta)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Maîtriser le workflow de production Pennylane côté collaborateur.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Rapprocher transactions bancaires ↔ factures, catégoriser, lettrer, préparer la TVA.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Gérer les justificatifs et les pièces manquantes dans Pennylane.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 à maîtriser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Traiter une « to-do » bancaire de A à 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Catégoriser sans erreur et joindre la pièce systématiquement.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À quoi sert Pennylane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Deux espaces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Espace cabinet (production) : où travaille le collaborateur.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Espace client : dépôt de pièces, connexion bancaire,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Avant de saisir : vérifier le paramétrage du dossier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régime TVA (franchise / réel simplifié / réel normal, débits ou encaissements) est correct.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Les comptes bancaires sont bien connectés et synchronisés (pas d'interruption).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plan comptable du dossier et les règles d'automatisation existantes.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Les journaux (achats, ventes, banque, OD).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Posture offshore : on ne modifie pas le paramétrage du dossier sans accord du chef de 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Le workflow de production (étape par étape)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Collecte : les factures arrivent (upload client, mail dédié, océrisation). Vérifier l'OCR (montant, TVA, date, fournisseur).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Banque : les transactions descendent automatiquement. Traiter la « to-do » transaction par transaction.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Rapprochement : pour chaque transaction, associer la facture/justificatif correspondant.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Catégorisation : si pas de facture, affecter le bon compte (charge/produit) avec la bonne TVA.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: les paiements se lettrent avec les factures clients/fournisseurs.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manquantes : marquer/relancer ; en attente → laisser non rapproché avec note.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Le workflow de production (étape par étape)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: contrôler puis générer le brouillon de déclaration → validation chef de 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Catégorisation et TVA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Toujours vérifier le taux et le compte de TVA proposés (ne pas faire confiance aveuglément à l'automatisation).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sur assurance = exonérée ; VP = non déductible ; carburant = règle spécifique (Module 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Les règles automatiques (catégorisation récurrente) : utiles mais à contrôler, surtout les premières fois.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Justificatifs &amp; 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Chaque écriture doit avoir sa pièce jointe (c'est la force de Pennylane).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Ne jamais valider une transaction « par dépense » sans justificatif → utiliser une note + relance.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Surveiller l'alerte doublon (facture importée 2 fois).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Erreurs fréquentes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Valider une transaction sans pièce.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Catégorisation automatique acceptée sans contrôle (mauvais compte).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Doublon import + saisie.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Oublier la TVA sur encaissements (prestations de services).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Connexion bancaire expirée → transactions manquantes (à signaler).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Bonnes pratiques offshore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Traiter la to-do bancaire chronologiquement, ne rien laisser « gris ».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Joindre la pièce avant de valider.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Documenter chaque transaction inhabituelle (note interne).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Préparer la TVA quelques jours avant l'échéance ; ne jamais la valider/télétransmettre seul.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Pennylane (clôture mensuelle d'un dossier)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Connexion bancaire active, toutes les transactions descendues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To-do bancaire à zéro (tout rapproché ou justifié)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OCR des factures contrôlé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Catégorisations vérifiées (compte + TVA)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Justificatifs joints partout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Doublons contrôlés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Pennylane (clôture mensuelle d'un dossier)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401/411 fait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manquantes relancées + notées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Brouillon TVA contrôlé → transmis pour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21.1 — Traiter une to-do bancaire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Corrigé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(a) rapprocher avec la facture client → lettré automatiquement.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(b) rapprocher avec la facture Orange (6262 + TVA 20 %).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(c) rapprocher avec GAN → 616, pas de TVA (assurance exonérée).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(d) carburant → compte 60622, TVA partielle selon véhicule ; joindre le ticket.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(e) inconnu → laisser non rapproché + note + relance (équivaut au 471).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