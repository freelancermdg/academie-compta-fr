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9 — Paie et écritures sociales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Lire un journal de paie et comptabiliser les salaires.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Maîtriser les comptes 641, 645, 421, 431, 437.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URSSAF, retraite, prévoyance, mutuelle, DSN.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Contrôler la cohérence OD de paie / bulletins / DSN / paiements.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Passer une OD de paie équilibrée.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Justifier les charges sociales.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Repères sociaux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SMIC au 1er janvier 2026 : 12,02 €/h, soit 1 823,03 € brut/mois (151,67 h). (Revalorisation au 1er juin 2026 : 12,31 €/h, 1 867,02 €/mois.)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Plafond mensuel de la Sécurité sociale (PMSS) 2026 : 4 005 € (PASS annuel 48 060 €).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Les cotisations se calculent en pourcentage du brut, parfois plafonné au PMSS.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Logique de la paie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Salaire BRUT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− cotisations salariales  = NET à payer au salarié (421)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Salaire BRUT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+ cotisations patronales  = COÛT total employeur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641 = salaires bruts (charge).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645 = cotisations patronales (charge).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Logique de la paie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421 = net à payer au salarié (dette).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431 = cotisations dues à l'URSSAF (dette).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437 = autres organismes (retraite, prévoyance, mutuelle) (dette).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425 = avances/acomptes au personnel (s'il y en 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Lire un journal de paie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logiciel de paie (Silae, RCA, etc.) produit un journal de paie = la synthèse comptable mensuelle de toutes les paies. Il indique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Total brut, total cotisations salariales, total cotisations patronales par organisme, net à payer.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C'est lui qu'on comptabilise (pas chaque bulletin un par un).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L'OD de paie (écriture mensuelle)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Étape 1 — Constatation des salaires (à partir du journal de paie)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Équilibre : 641 + 645 (D) = 421 + 431 + 437 (C).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Étape 2 — Paiement des salaires : 421 D / 512 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Étape 3 — Paiement des cotisations : 431 D + 437 D / 512 C (à l'échéance URSSAF/caisses).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Les organismes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URSSAF : Sécurité sociale, allocations familiales, CSG/CRDS, assurance chômage (recouvrée par l'URSSAF), FNAL. → compte 431.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Retraite complémentaire (Agirc-Arrco), prévoyance, mutuelle → compte 437 (souvent ventilé en sous-comptes 4371, 4372…).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DSN (Déclaration Sociale Nominative) : déclaration mensuelle unique qui transmet aux organismes les données de paie et déclenche les prélèvements. Pro…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Contrôles de cohérence (essentiel)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Rapprocher 4 sources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OD de paie (comptabilité)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Bulletins de paie (total brut, net)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DSN (déclaration sociale)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Paiements bancaires (nets versés + cotisations)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Contrôles 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Contrôles de cohérence (essentiel)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Σ nets (421) = Σ virements salaires sur le relevé.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Cotisations 431/437 = montants DSN = prélèvements bancaires.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421, 431, 437 soldés après paiement (sinon : un net non versé, une cotisation non payée → à expliquer).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OD de paie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Journal de paie reçu et lisible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OD passée et équilibrée (641+645 = 421+431+437)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Net (421) = virements salaires du relevé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Cotisations = DSN = prélèvements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421/431/437 soldés après paiement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Acomptes salariés (425) traités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OD de paie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Écarts justifiés et commentés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9.1 — OD de paie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Journal de paie du mois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Brut total : 10 000 €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Cotisations salariales : 2 200 €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Cotisations patronales : 4 200 €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Net à payer : 7 800 €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Répartition cotisations : URSSAF 4 800 € · Retraite/prévoyance/mutuelle 1 600 €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9.1 — OD de paie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Travail : passer l'OD de paie, puis les paiements.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9.1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OD de paie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Vérification : D = 14 200 ; C = 7 800 + 4 800 + 1 600 = 14 200 ✔️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(Contrôle : cotisations totales 2 200 + 4 200 = 6 400 = 4 800 + 1 600 ✔️)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9.1 — OD de paie (suite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Paiement des salaires : 421 D 7 800 / 512 C 7 800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Paiement des cotisations : 431 D 4 800 + 437 D 1 600 / 512 C 6 400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9.2 — Contrôle de cohérence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Après paiement, le compte 421 présente un solde créditeur de 300 €. Qu'est-ce que cela indique 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9.2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