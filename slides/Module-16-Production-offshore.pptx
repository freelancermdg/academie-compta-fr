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16 — Méthode de production offshore Madagascar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Organiser le travail entre Madagascar et la France (décalage, créneaux).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Suivre les tâches, prioriser les échéances, gérer les urgences TVA.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Gérer un portefeuille multi-clients et contrôler la qualité avant livraison.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Piloter par indicateurs.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Tenir un tableau de bord de production.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Reporter quotidiennement de façon claire.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Décalage horaire Madagascar / France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Madagascar = UTC+3 (toute l'année).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France = UTC+1 (hiver) / UTC+2 (été).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Donc Madagascar a 1 à 2 h d'avance sur la France.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Exploiter l'avantage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Démarrer tôt → livrer en fin de matinée Mada = disponible côté France.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Garder 1 créneau de recouvrement (ex. 11h–15h Mada) pour les échanges en direct.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Décalage horaire Madagascar / France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décalage permet un effet « relais » : le cabinet retrouve le travail avancé le matin.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Suivi quotidien des tâches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Tenir une to-do priorisée chaque matin.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Mettre à jour le statut : À faire / En cours / Bloqué / À valider / Terminé.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Tout blocage → mail immédiat (Module 15), sans attendre.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Reporting journalier (modèle)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Court, structuré, le même chaque jour :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Reporting [date] – [collaborateur]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Fait : Client A saisie achats, Client B rapprochement mars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En cours : Client C TVA (80 %)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Bloqué : Client D (accès bancaire expiré – mail envoyé)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Demain : Client C TVA à finaliser, Client E lettrage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Priorisation des échéances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Ordre de priorité type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Échéances TVA (CA3) — non négociables.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Dossiers en clôture / bilan avec date limite.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Demandes urgentes du chef de mission.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Tenue mensuelle courante.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Tâches de fond (lettrage rétroactif, nettoyage 471).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Gestion des urgences TVA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Identifier la date d'échéance de chaque dossier en début de mois.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Boucler banque + saisie plusieurs jours avant l'échéance.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Préparer le brouillon CA3 → validation chef de mission → télétransmission.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Jamais de livraison TVA au dernier moment (risque de retard = pénalités pour le client).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Gestion d'un portefeuille multi-clients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 planning mensuel par client (date de réception des pièces, date d'échéance, date de livraison cible).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Lisser la charge sur le mois (ne pas tout faire la dernière semaine).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Standardiser les procédures pour passer vite d'un dossier à l'autre.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Contrôle qualité avant livraison (auto-contrôle)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Avant de dire « terminé », passer la checklist qualité (Module 17)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banque rapprochée, TVA cohérente, 471 soldé, lettrage fait, doublons vérifiés, anomalies commentées.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Tableau de bord de production &amp; indicateurs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Indicateur / Définition / Cible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Le taux de retour est l'indicateur clé de la confiance : viser durablement &lt; 5 % sur un cycle pour gagner en autonomie.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Tableau de bord de production (modèle Excel à créer)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Client / Échéance TVA / Pièces reçues le / Saisie / Banque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organisation quotidienne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To-do priorisée du jour établie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Échéances TVA de la semaine repérées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Blocages remontés immédiatement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Reporting de fin de journée envoyé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de bord mis à jour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Créneau de recouvrement FR respecté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16.1 — Priorisation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16.1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(c) répondre au chef de mission (échéance midi, rapide).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(a) avancer/boucler la TVA pour mercredi (échéance critique).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(d) saisie courante.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(b) lettrage rétroactif (tâche de fond).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