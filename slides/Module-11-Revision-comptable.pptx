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11 — Révision comptable continue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l'objectif de la révision et la méthode par cycle.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les soldes et produire des feuilles de travail.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un dossier propre pour le chef de 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Réviser un cycle (justifier chaque compte).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Détecter les comptes et soldes anormaux.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Objectif de la révision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Principe : un compte révisé = un solde justifié + une feuille de travail.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La révision par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On regroupe les comptes par cycles homogènes et on les révise ensemble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Cycle / Comptes principaux / Justification attendue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Justification des soldes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Pour chaque compte significatif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D'où vient le solde ? (détail des écritures)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Est-il normal ? (sens débiteur/créditeur attendu)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Est-il justifié ? (pièce, tableau, rapprochement)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Reste-t-il des anomalies ? (à corriger ou signaler)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Les feuilles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Une feuille de travail (papier de travail) documente la révision d'un compte/cycle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au grand livre.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Détail / justification (rapprochement, tableau).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Anomalies relevées + corrections proposées.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Conclusion : « compte justifié » / « point en suspens ».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Pour l'offshore, les feuilles de travail sont la preuve du travail fait. Elles permettent au chef de mission de valider vite et de faire confiance.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Contrôles de cohérence (réflexes)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Sens anormal : 512 créditeur (découvert ?), 401 débiteur, 411 créditeur, caisse 53 créditrice (impossible), 471/580 ≠ 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Cohérence TVA : CA HT × taux ≈ TVA collectée ; TVA déductible ≈ achats × taux.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Ratios : marge brute cohérente d'un mois à l'autre, charges récurrentes présentes (loyer, télécom, assurance chaque mois).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vides anormaux : pas de loyer alors qu'il y a un bail ? pas d'assurance 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Variations brutales : un compte qui double sans raison.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Préparer le dossier pour le chef de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 dossier de révision « prêt » contient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Balance révisée.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Feuilles de travail par cycle.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État des rapprochements bancaires.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Balance âgée clients/fournisseurs.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Liste des points en suspens / questions au client.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Préparer le dossier pour le chef de mission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Justification du 471 (= 0 ou expliqué).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de révision par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Trésorerie : rapprochements OK, 580 = 0, caisse ≥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Fournisseurs : 401 lettré et justifié, TVA déductible cohérente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Clients : 411 lettré et justifié, TVA collectée cohérente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Personnel : OD paie = bulletins = DSN = paiements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Fiscal : comptes TVA cohérents avec les déclarations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Immobilisations : fichier = compta, dotations passées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de révision par cycle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Emprunts : 164 = capital restant dû (tableau banque)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Capitaux : 455 justifié, résultat N-1 affecté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d'attente 471/467 soldés ou justifiés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Feuilles de travail rédigées, points en suspens listés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11.1 — Révision du cycle trésorerie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La balance montre : 512 = 8 400 D · 580 = 150 D · 53 = −40 (créditeur). Le rapprochement bancaire est fait. Que concluez-vous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11.1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512 = 8 400 D : OK si égal au relevé corrigé (rapprochement) → justifié.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580 = 150 D : anormal, le compte de virements internes doit être à 0 → il manque un côté d'un virement interne (150 €) à retrouver et saisir.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53 = −40 : caisse créditrice impossible → erreur (dépense espèces non couverte ou apport non saisi) → corriger.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Conclusion : cycle non validé tant que 580 et 53 ne sont pas régularisés.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11.2 — Détecter l'anomalie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Sur un dossier, le compte 6132 (loyer) est vide alors que le dossier permanent mentionne un bail à 900 €/mois. Que faites-vous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11.2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