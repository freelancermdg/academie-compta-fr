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14 — Outils utilisés par les cabinets français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 rôle de chaque outil et ce qu'un collaborateur offshore doit savoir y faire.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Éviter les erreurs fréquentes propres à chaque logiciel.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Appliquer les bonnes pratiques.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Pour chaque outil : rôle · à maîtriser · erreurs fréquentes · bonnes pratiques · cas pratique.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Pennylane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plateforme tout-en-un (connexion bancaire, collecte de factures, saisie/lettrage, TVA, reporting client). Très répandu en cabinet moderne.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rapprochement des transactions bancaires aux factures, catégorisation, lettrage, gestion des justificatifs, préparation TVA, recherche 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valider une transaction sans pièce, mauvais compte de catégorisation, doublon (import + saisie), oublier la TVA sur encaissements…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traiter par « to-do » bancaire, joindre systématiquement la pièce, utiliser les règles d'automatisation avec prudence.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rapprocher 20 transactions d'un relevé à leurs factures + signaler les pièces manquantes.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Tiime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outil orienté TPE/indépendants (facturation, banque, pré-compta, note de frais).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validation des écritures pré-catégorisées, association justificatifs, export vers l'outil de production du 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se fier à la catégorisation automatique sans contrôle.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contrôler chaque imputation proposée ; vérifier la TVA.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corriger 10 écritures mal catégorisées automatiquement.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ACD (AGIRIS / iSuite Expert)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logiciel de production cabinet (compta, révision, liasse, paie). Très utilisé en France.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saisie par journaux, lettrage, éditions (grand livre, balance), modules de révision et liasse.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mauvais journal/période, oubli de validation des brouillards.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travailler par cycle, utiliser les feuilles de révision intégrées.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saisir un journal d'achats + éditer la 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Sage (Sage Compta / Sage Génération Experts)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suite comptable historique (compta, gestion commerciale, paie).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plan comptable, saisie, lettrage, états, import d'écritures.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confusion entre sociétés/dossiers, exercices mal paramétrés.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vérifier le dossier et l'exercice ouverts avant toute saisie.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saisir 5 factures + lettrer un compte fournisseur.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Cegid (Cegid Loop / Cegid Expert)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plateforme cabinet (cloud), saisie, révision, collaboration client.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saisie guidée, rapprochement bancaire, révision, GED intégrée.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doublons d'import bancaire, mauvaise affectation analytique.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suivre le workflow de validation, contrôler les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rapprochement bancaire d'un mois.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logiciel de production cabinet (compta, immobilisations, états financiers).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saisie, révision, module immobilisations.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fichier immo non rapproché de la compta.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contrôler 21/28 vs tableau immo.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Quadra (Cegid Quadra / QuadraCompta)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production comptable cabinet, très répandu.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saisie rapide par guides d'écriture, lettrage, éditions, OD.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guides d'écriture mal choisis (mauvaise TVA pré-paramétrée).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vérifier le résultat des guides automatiques.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créer un guide d'écriture d'achat avec TVA 20 %.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Dext (ex-Receipt Bank)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collecte et océrisation des factures/tickets, export vers l'outil compta.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vérifier les données OCR (montant, TVA, date, fournisseur), publier vers la compta, détecter doublons.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publier une donnée OCR fausse sans contrôle, doublons.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toujours contrôler l'OCR avant publication.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traiter 15 pièces Dext et corriger les OCR erronés.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MEG (My Expert Group)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collecte de pièces + GED + pré-saisie collaborative client/cabinet.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classement des pièces, suivi des demandes, échanges client.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pièces non classées, demandes non suivies.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tenir le suivi des pièces manquantes à jour.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Silae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logiciel de paie leader en cabinet (bulletins, DSN).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(côté comptable) : lire le journal de paie, récupérer l'OD de paie, rapprocher avec la compta et la DSN.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comptabiliser des montants ne correspondant pas au journal de paie.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rapprocher OD = bulletins = DSN = paiements (Module 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comptabiliser une OD à partir d'un journal de paie Silae.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11. 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suite cabinet (révision, production de la liasse, prévisionnel, paie selon modules).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module révision (justification des comptes), génération de la liasse fiscale.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valider une révision sans justifier les soldes.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rattacher une justification à chaque compte révisé.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12. Excel / Google 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outil universel de contrôle (rapprochements, balance âgée, tableaux de suivi, immo).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formules SOMME, RECHERCHEV/RECHERCHEX, SI, tableaux croisés dynamiques, filtres, mise en forme conditionnelle.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Erreurs fréquentes : formules cassées, totaux faux, écrasement de données.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figer les en-têtes, contrôler les totaux, ne jamais écraser une source.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pratique : construire un état de rapprochement et une balance âgée.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13. Google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stockage/partage de pièces (GED simple).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À maîtriser : arborescence, droits d'accès, nommage.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respecter la structure de dossiers + confidentialité (Module 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14. Teams / Slack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communication avec le cabinet (messages, appels, partage).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canaux dédiés par client, messages clairs, pas de pièces confidentielles dans des canaux non sécurisés.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15. Trello / Notion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Rôle : suivi des tâches et des dossiers (kanban, bases de données).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Bonnes pratiques : colonnes À faire / En cours / À valider / Terminé, une carte par dossier/échéance.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 d'apprentissage des outils (offshore)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Dext / MEG (collecte + OCR) → 2. Pennylane / Tiime (saisie web) → 3. un outil cabinet (ACD ou Sage ou Cegid/Quadra) → 4. Excel (contrôle) → 5. Silae (…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prise en main d'un nouvel outil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ouvrir le bon dossier/exercice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saisir dans le bon journal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joindre une pièce à une écriture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lettrer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faire un rapprochement bancaire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éditer grand livre / balance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prise en main d'un nouvel outil »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sais détecter les doublons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Je connais les exports vers la production cabinet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