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10972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MODULE 2 — Bases de comptabilité française (PCG)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A13A"/>
                </a:solidFill>
                <a:latin typeface="Calibri"/>
              </a:rPr>
              <a:t>Comptabilité française externalisée  -  Formation en ligne · Madagascar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Maîtriser le mécanisme débit / crédit (partie double).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Comprendre journal, grand livre, balance, bilan, compte de résultat.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Connaître le Plan Comptable Général et les classes 1 à 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Identifier et utiliser les comptes les plus fréquents en cabinet.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Passer des écritures simples et complexes.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Compétences à maîtriser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Imputer une opération sur le bon compte.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Vérifier l'équilibre débit = crédit.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Lire une balance et y repérer une anomalie.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Le principe de la partie double : débit / crédit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Toute opération est enregistrée au minimum sur deux comptes : un au débit, un au crédit, pour un montant total égal.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Règle mémo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Type de compte / Augmente au… / Diminue au…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Astuce : « le client me doit → 411 au débit », « je dois au fournisseur → 401 au crédit », « l'argent entre en banque → 512 au débit ».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Vérification permanente : dans toute écriture, Σ débits = Σ crédits.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Les documents comptables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Document / À quoi ça sert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Lien logique : Écriture → Journal → Grand livre → Balance → Bilan + Compte de résultat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Le Plan Comptable Général : les 7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Classe / Nature / Où ça va / Exemples</a:t>
            </a:r>
          </a:p>
          <a:p>
            <a:pPr>
              <a:spcAft>
                <a:spcPts val="600"/>
              </a:spcAft>
            </a:pPr>
            <a:r>
              <a:rPr sz="1400" i="1">
                <a:solidFill>
                  <a:srgbClr val="66707B"/>
                </a:solidFill>
              </a:rPr>
              <a:t>  Les classes 1 à 5 = comptes de bilan (permanents). Les classes 6 et 7 = comptes de gestion (soldés chaque année dans le résultat).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Les comptes les plus utilisés en cabinet (à connaître par cœur)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Intitulé / Usage typique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Zoom sur les comptes demandés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401 Fournisseurs : crédité à la facture d'achat, débité au paiement.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411 Clients : débité à la facture de vente, crédité à l'encaissement.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512 Banque : débité quand l'argent entre, crédité quand il sort.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445 TVA : collectée (44571) sur ventes, déductible (44566/44562) sur achats, à décaisser (44551) = ce qu'on paie à l'État.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 Charges : toujours au débit quand on engage la dépense.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7 Produits : toujours au crédit quand on facture/encaisse une vente.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5. Zoom sur les comptes demandés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2 Immobilisations : biens durables (&gt; seuil, en général 500 € HT), au débit, amortis sur plusieurs années.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164 Emprunts : crédité lors du déblocage, débité au remboursement du capital (les intérêts vont au 661).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641 Salaires : salaire brut au débit. 645 Charges sociales : part patronale au débit.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Attente : utilisé temporairement quand on ne sait pas où classer ; doit être apuré (Module 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455 Associés : mouvements entre la société et l'associé (apports, retraits).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53 Caisse : espèces ; ne doit jamais être créditrice (solde négatif impossible).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Exemples d'écritures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A — Achat de fournitures de bureau 120 € TTC (TVA 20 %)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B — Vente de prestation 1 200 € TTC (TVA 20 %)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C — Encaissement du client par virement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6. Exemples d'écritures simples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D — Paiement du fournisseur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Exemples d'écritures complexes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E — Achat d'un ordinateur 1 800 € HT + TVA 20 % (immobilisation)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F — Échéance d'emprunt : 1 000 € dont 850 capital + 150 intérêts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Ex. G — OD de paie simplifiée (brut 2 000, charges patronales 800, net 1 560)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Libellé / Débit / Crédit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7. Exemples d'écritures complexes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(Détail complet en Module 9. Vérifier : 2 800 D = 2 800 C.)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2.1 — Passer 5 écritures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Passez les écritures suivantes (TVA 20 % sauf indication)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d'achat marchandises 600 €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Facture de vente marchandises 2 500 €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Frais bancaires 15 € (sans TVA déductible récupérable → en réalité TVA sur frais bancaires : voir ci-dessous).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Loyer du local 800 € HT.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Encaissement d'un client 3 000 € TTC.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2.1 — Passer 5 écritures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2.1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607 = 600 D · 44566 = 120 D · 401 = 720 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411 = 3 000 D · 707 = 2 500 C · 44571 = 500 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627 = 15 D · 512 = 15 C (souvent sans TVA ; si TVA sur commissions : 627 12,50 / 44566 2,50 / 512 15)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6132 = 800 D · 44566 = 160 D · 401 (ou 512 si payé) = 960 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512 = 3 000 D · 411 = 3 000 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2.2 — Lire une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Extrait de balance 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Tableau : Compte / Solde débiteur / Solde créditeur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Question : repérez les 2 anomalies.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6CA4"/>
                </a:solidFill>
              </a:rPr>
              <a:t>Correction 2.2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512 créditeur = découvert : possible, mais à vérifier (souvent une erreur de saisie ou un rapprochement non fait). À justifier.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53 Caisse créditrice = impossible : une caisse ne peut pas être négative → erreur de saisie (dépense en espèces non couverte) à corriger.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Cas pratique 2.2 — Lire une balance (suite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471 = 4 300 D non nul = compte d'attente à apurer avant tout bilan (Module 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Évaluation de fin de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C2733"/>
                </a:solidFill>
              </a:rPr>
              <a:t>•  Quiz interactif auto-corrige disponible dans la plateforme e-learning (seuil de reussite : 70 %).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8A13A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Appliquez la checklist du module avant toute livraison.
Faites le quiz interactif dans la plateforme (seuil 70 %).
Vous preparez et proposez ; l'expert-comptable decide et signe.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