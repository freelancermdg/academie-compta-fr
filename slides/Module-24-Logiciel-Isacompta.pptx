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24 — Logiciel : Isacompta (ISAGRI / Isacompta Connect)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Produire dans Isacompta : saisie, lettrage, rapprochement, états, révision.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Comprendre les spécificités (multi-régimes, dont bénéfices agricoles).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Préparer immobilisations et éléments de liasse.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Tenue + révision d'un dossier dans Isacompta.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Justification des comptes par cycle.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À quoi sert Isacompta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Les menus exacts dépendent de la version ; on décrit ici les fonctions, stables d'une version à l'autre.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Repères &amp; paramétrage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Dossier + exercice ouverts (vérifier avant saisie).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Régime fiscal du dossier (BA / BIC / BNC, IR/IS) — important : il conditionne la liasse.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Plan comptable et journaux.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Connexion / import bancaire (relevés ou flux).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Workflow de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Ouvrir le bon dossier / exercice.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Saisir les pièces par journal (achats, ventes, banque, OD) avec la bonne TVA.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Importer la banque et faire le rapprochement (cf. Module 6).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Lettrer 401/411 (auto + manuel).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Éditer balance/grand livre et contrôler.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Réviser par cycle : justifier les soldes (feuilles de travail).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Workflow de production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Immobilisations : fichier + dotations.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Liasse : préparer les tableaux selon le régime → validation EC.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Spécificités utiles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Multi-régimes : bien vérifier le régime (un dossier BA a une liasse et des comptes spécifiques).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Saisie guidée / modèles : accélèrent la saisie ; à contrôler comme tout automatisme.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Lettrage et rapprochement : logique identique aux autres outils (Modules 6 et 7).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Erreurs fréquentes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Mauvais dossier/exercice ouverts.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Régime fiscal mal identifié → liasse inadaptée.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mal paramétrée sur un modèle de saisie.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Comptes d'attente (471) non apurés avant édition.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Bonnes pratiques offshore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Vérifier le contexte (dossier/exercice/régime) avant de saisir.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Travailler par cycle en révision, justifier chaque solde.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Apurer 471/580 avant toute édition de balance « finale ».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Préparer les éléments de liasse sans valider fiscalement à la place de l'EC.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Isacompta (tenue + révision)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 dossier / exercice / régime fiscal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Saisie contrôlée (compte + TVA)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Banque importée et rapprochée (580 = 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Lettrage 401/411 fait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 apuré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Balance / grand livre édités et contrôlés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Isacompta (tenue + révision)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Cycles révisés et justifiés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Immobilisations à jour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Éléments de liasse préparés pour l'EC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