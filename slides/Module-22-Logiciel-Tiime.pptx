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22 — Logiciel : Tiime (pré-compta TPE &amp; cabinet)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Comprendre l'écosystème Tiime (côté client et côté cabinet).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Valider les écritures pré-catégorisées, associer les justificatifs, gérer les notes de frais.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Exporter proprement vers l'outil de production du cabinet.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Compétences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Contrôler/corriger la pré-catégorisation automatique.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Tenir un dossier Tiime propre et exportable.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À quoi sert Tiime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Suite française orientée TPE/freelancers, articulée avec le cabinet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Tiime (app client) : compte bancaire pro connecté, facturation, justificatifs (photo), notes de frais, suivi de trésorerie.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Tiime côté cabinet (comptabilité) : récupération des transactions et pièces pré-catégorisées, contrôle, puis export vers le logiciel de production (ou…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Force de Tiime : la pré-comptabilité automatique (rapprochement transaction ↔ justificatif, catégorisation suggérée).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Avant de produire : vérifications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Régime TVA et type d'activité (BIC/BNC, débits/encaissements).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Compte(s) bancaire(s) connecté(s) et à jour.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Justificatifs reçus pour la période.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Paramètres d'export vers la production cabinet.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Workflow côté collaborateur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Réception : transactions bancaires + justificatifs (photographiés par le client).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Contrôle de la pré-catégorisation : Tiime propose un compte/une TVA → vérifier et corriger.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Association justificatif ↔ transaction : confirmer le rapprochement.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Notes de frais : valider, rattacher la pièce, traiter le remboursement (425 / compte associé).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Factures de vente (si émises via Tiime) : contrôler la TVA et l'imputation.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Pièces manquantes : relancer ; transaction sans pièce → en attente + note.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Workflow côté collaborateur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Export / tenue : exporter les écritures validées vers la production (ou poursuivre la tenue/TVA).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Points de vigilance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La catégorisation automatique n'est qu'une suggestion : la contrôler (compte + TVA).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Notes de frais : attention aux dépenses personnelles glissées (à signaler, pas de TVA).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TVA sur encaissements pour les prestataires de services.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Cohérence entre facturation Tiime et écritures de vente.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Erreurs fréquentes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Accepter la pré-catégorisation sans contrôle.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Note de frais sans justificatif valable.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Doublon (justificatif + facture).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Mauvais compte de remboursement de note de frais.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Bonnes pratiques offshore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Vider la file de transactions à traiter régulièrement.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Vérifier systématiquement compte + TVA proposés.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Documenter les anomalies ; relancer les pièces tôt.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Caler l'export avec le format attendu par le cabinet.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Tiime (mois d'un dossier)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Transactions de la période toutes traitées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Pré-catégorisations contrôlées (compte + TVA)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Justificatifs associés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Notes de frais validées et rattachées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Factures de vente cohérentes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Pièces manquantes relancées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Checklist Tiime (mois d'un dossier)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Export vers la production réalisé / TVA préparée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22.1 — Note de frais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Le dirigeant photographie : (a) un repas client 48 € TTC, (b) un plein de carburant 70 € (VP), (c) des courses alimentaires personnelles 35 €.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Corrigé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(a) repas client → 6257, TVA 20 % récupérable (justifié pro) ; remboursement via 425/455.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(b) carburant VP → 60622, TVA partiellement déductible (Module 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(c) courses personnelles → dépense personnelle : ne pas passer en charge société, signaler ; si payé par le compte pro, sortir en compte courant d'ass…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