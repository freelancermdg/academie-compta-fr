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10 — Immobilisations et amortissements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Distinguer charge et immobilisation.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Maîtriser les comptes 20, 21, 28, 68.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Calculer un amortissement linéaire (prorata temporis inclus).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Traiter une cession et la TVA sur immobilisation.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Tenir un fichier des immobilisations.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Contrôler le tableau d'amortissement.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Définition d'une immobilisation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Charge ou immobilisation 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Charge (classe 6) : consommée dans l'année, ou de faible valeur.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Immobilisation (classe 2) : durable et de valeur significative.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Seuil pratique : 500 € HT par bien (tolérance administrative pour le petit matériel/mobilier). En dessous → charge (6063/6068) ; au-dessus → immo.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seuil interne du cabinet peut préciser cette règle → vérifier le dossier permanent.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Les comptes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Acquisition d'une immobilisation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— Achat machine 5 000 € HT, TVA 20 %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Mise en service : l'amortissement démarre à la date de mise en service, pas forcément à la date d'achat.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L'amortissement linéaire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Répartit le coût du bien sur sa durée d'utilisation.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Dotation annuelle = Base amortissable (HT) ÷ durée (années)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Durées d'usage indicatives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Bien / Durée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Écriture de dotation (en OD, à la clôture) : 6811 D / 28x C.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Prorata temporis (1re année)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L'amortissement linéaire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La 1re année, on amortit au prorata des jours/mois depuis la mise en service.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Dotation 1re année = (Base ÷ durée) × (jours d'utilisation ÷ 360)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Cession d'une immobilisation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la vente d'un bien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Constater le prix de cession : 462 (ou 512) D / 775 Produits de cession C + TVA si applicable.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Sortir le bien : reprendre les amortissements (28x D) et la valeur d'origine (21x C), constater la VNC en 675 (valeur comptable des éléments cédés).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Résultat de cession = 775 − 675.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sur cession : la vente d'une immo soumise à TVA est en principe taxable (à valider selon le cas).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Le fichier des immobilisations (tableau d'amortissement)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 de suivi indispensable : liste de tous les biens, leur valeur, durée, amortissements cumulés et VNC.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Σ valeurs brutes = soldes des comptes 21/20.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Σ amortissements = soldes des comptes 28.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Dotation de l'exercice = 6811.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VNC = brut − amortissements cumulés.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immobilisations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Distinction charge/immo respectée (seuil 500 € HT)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bien traitée (non déductible sur VP)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Date de mise en service identifiée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Durée d'amortissement conforme à la politique cabinet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Prorata temporis appliqué la 1re année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Dotation passée (6811 / 28x)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immobilisations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Fichier immo à jour et rapproché de la compta (21/20/28)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Cessions traitées (775/675, sortie des amortissements)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Tableau d'amortissement (modèle Excel à créer)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Bien / Date mise en service / Base HT / Durée / Taux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10.1 — Immobilisation avec amortissement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Achat d'un ordinateur le 01/04/2026 : 1 200 € HT, TVA 20 %. Durée 3 ans. Clôture au 31/12/2026.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 : écriture d'achat + dotation prorata temporis.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10.1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Achat : 2183 D 1 200 / 44562 D 240 / 404 C 1 440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Dotation annuelle pleine : 1 200 ÷ 3 = 400 €/an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Prorata 2026 (du 01/04 au 31/12 = 9 mois) : 400 × 9/12 = 300 €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10.1 — Immobilisation avec amortissement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Écriture dotation au 31/12/2026 : 6811 D 300 / 28183 C 300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VNC au 31/12/2026 : 1 200 − 300 = 900 €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10.2 — Charge ou immo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client achète : (a) une imprimante 90 € HT, (b) un photocopieur 1 500 € HT, (c) une rame de papier 8 €. Classez.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10.2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(a) 90 € &lt; 500 € → charge (6063 / 6068).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(b) 1 500 € &gt; 500 € + durable → immobilisation (2183), amortie sur 3–5 ans.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(c) consommable → charge (6064).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