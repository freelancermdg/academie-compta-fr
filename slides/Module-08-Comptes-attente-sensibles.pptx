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8 — Comptes d'attente et comptes sensibles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Maîtriser l'usage et l'apurement du 471 et des comptes sensibles (467, 455, 580, 512, TVA, paie).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Savoir analyser une opération inconnue et décider : imputer, attendre, ou demander.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Documenter une anomalie de façon traçable.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Apurer le 471 avant clôture.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les comptes sensibles.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 compte 471 — Compte d'attente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Règles d'or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471 est une salle d'attente, pas une poubelle.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Chaque ligne en 471 doit avoir un commentaire (date, montant, nature présumée, action en cours).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471 doit être soldé (= 0) avant toute clôture/bilan.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Les autres comptes sensibles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Nature / Point de vigilance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Méthode : analyser une opération inconnue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Face à une opération non identifiée (souvent au rapprochement bancaire)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Lire le libellé bancaire (tiers, référence).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Chercher la pièce (facture, contrat, échéancier).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Reconnaître un récurrent (même prélèvement chaque mois 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Imputer si certain ; sinon 471 + commentaire.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Demander au client / cabinet si toujours inconnu après recherche.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Méthode : analyser une opération inconnue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Quand imputer / attendre / demander 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Situation / Décision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Affecter une opération bancaire (arbre de décision)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Opération bancaire non saisie 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├─ C'est un encaissement client connu ? → 512 / 411 + lettrer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├─ C'est un paiement fournisseur connu ? → 401 / 512 + lettrer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├─ C'est une charge avec facture ? → 6xx + TVA / 512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├─ C'est un virement entre comptes ? → 580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├─ C'est l'associé ? → 455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Affecter une opération bancaire (arbre de décision)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└─ Inconnu ? → 471 + commentaire + relance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Documenter une anomalie (traçabilité)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Format recommandé du commentaire d'écriture / du fichier de suivi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[DATE] [MONTANT] [LIBELLÉ BANQUE] – nature présumée : … – action : pièce demandée le …/relance le … – statut : EN ATTENTE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Une anomalie documentée est à moitié résolue : le chef de mission voit ce qui a été fait et peut trancher vite.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d'apurement du 471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Éditer le grand livre 471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Chaque ligne a un commentaire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Recherche de pièce effectuée pour chaque ligne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Opérations récurrentes identifiées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Imputations possibles passées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Lignes restantes : relance client/cabinet envoyée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d'apurement du 471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580 vérifié (= 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455 justifié (alerte si débiteur en société)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ramené à 0 (ou liste des restes transmise au chef de mission)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8.1 — Apurement du 471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grand livre 471 contient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D 250 € — libellé « PRLV ASSURANCE AXA » (facture retrouvée : assurance local)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D 1 200 € — libellé « VIR » sans précision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C 3 000 € — libellé « VIR RECU DUPONT » (client connu)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D 90 € — libellé « PRLV ORANGE » (facture présente)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apurer le compte.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8.1 — Apurement du 471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8.1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AXA 250 → 616 D 250 / 471 C 250 (assurance, pas de TVA)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ORANGE 90 → 6262 D 75 / 44566 D 15 / 471 C 90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VIR REÇU DUPONT 3 000 → 471 D 3 000 / 411 C 3 000 + lettrer (encaissement client)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VIR 1 200 inconnu → rester en 471, commentaire + relance (demander au client la nature)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Après apurement, il reste 1 200 € en 471 à justifier → transmis au chef de mission avec la relance en cours. Les autres lignes sont soldées.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8.2 — Compte 455 débiteur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 révision, le compte 455 d'une SARL est débiteur de 8 000 €. Que faites-vous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8.2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