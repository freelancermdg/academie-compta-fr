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1 — Comprendre l'environnement comptable français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la fin du module, l'apprenant sait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Décrire le rôle d'un cabinet d'expertise comptable français et la place du collaborateur.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Distinguer saisie, tenue, révision, supervision et bilan.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Décrire l'organisation d'un dossier client et le cycle d'un exercice comptable.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Citer les obligations comptables d'une entreprise française.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Appliquer les règles de confidentialité, RGPD et secret professionnel en posture offshore.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Comprendre la différence entre travail local malgache et travail externalisé pour la France.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 à maîtriser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Se positionner dans la chaîne de production cabinet.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Adopter la « posture offshore » (rigueur, fiabilité, anticipation, traçabilité).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Sécuriser les données clients.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Le cabinet d'expertise comptable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Hiérarchie type d'un cabinet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Rôle / Mission principale / Niveau de validation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Le collaborateur offshore à Madagascar occupe le plus souvent les rôles Assistant → Collaborateur → Réviseur junior selon son niveau. Il travaille pour le chef de mission français, jamais à la place de l'expert-comptable.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Saisie, tenue, révision, supervision, bilan : 5 mots à ne pas confondre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Terme / Définition simple / Exemple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Schéma de la chaîne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Collecte pièces → Saisie → Tenue mensuelle (TVA + banque) → Lettrage → Révision par cycle → Supervision → Bilan/Liasse → Signature expert-comptable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Organisation d'un dossier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 dossier client se compose typiquement de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Dossier permanent : Kbis, statuts, baux, emprunts, immobilisations, identifiants fiscaux/sociaux, régime fiscal (IR/IS), régime TVA (franchise/RSI/rée…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Dossier annuel / de l'exercice : factures de l'année, relevés bancaires, journaux, balance, déclarations TVA, feuilles de révision, dossier de travail…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GED (gestion électronique des documents) : les pièces numérisées rangées par cycle et par mois.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Bonne pratique offshore : ne jamais commencer une saisie sans avoir lu le dossier permanent (régime TVA + régime fiscal). C'est ce qui détermine toutes les écritures.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Le cycle d'un exercice comptable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L'exercice comptable dure en général 12 mois (souvent du 1er janvier au 31 décembre, mais pas toujours).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Ouverture (report à-nouveau)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Mois 1..12 : saisie + TVA + rapprochement + lettrage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Travaux de fin d'exercice (cut-off, FNP, CCA, amortissements, provisions)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Révision finale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Établissement bilan + compte de résultat + liasse fiscale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Le cycle d'un exercice comptable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Dépôt liasse / déclaration IS-IR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Clôture, report des soldes à l'exercice suivant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Obligations comptables d'une entreprise française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Une entreprise commerciale française doit (Code de commerce + PCG)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Enregistrer chronologiquement tous les mouvements (livre-journal).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Tenir un grand livre et établir une balance.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Réaliser un inventaire au moins une fois par 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Établir des comptes annuels : bilan, compte de résultat, annexe.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Conserver les pièces justificatives 10 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Obligations comptables d'une entreprise française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Respecter le Plan Comptable Général (PCG) — règlement ANC n° 2014-03 (et mises à jour ANC).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Déposer ses comptes au greffe (pour les sociétés) et ses déclarations fiscales.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Selon la taille et la forme (micro, réel simplifié, réel normal), les obligations sont allégées ou complètes. Le collaborateur doit toujours connaître le régime du dossier.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Confidentialité, RGPD, secret professionnel et posture offshore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C'est le point le plus éliminatoire pour un cabinet : une fuite de données peut coûter le client et engager la responsabilité du cabinet.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Règles non négociables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Secret professionnel : tout ce que vous voyez (CA, salaires, données dirigeants) est confidentiel. On n'en parle à personne, jamais.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RGPD : données personnelles (salariés, clients) traitées uniquement pour la mission, jamais copiées sur un support perso.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Poste de travail dédié : antivirus à jour, session protégée par mot de passe, écran non visible des tiers.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Pas de pièces clients sur WhatsApp perso, Gmail perso, clé USB non chiffrée, ordinateur familial.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Confidentialité, RGPD, secret professionnel et posture offshore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Accès : on utilise uniquement les accès fournis par le cabinet ; on ne partage jamais ses identifiants.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Mots de passe forts + gestionnaire de mots de passe + double authentification si proposé.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la fin d'une mission : suppression des copies locales selon la consigne du cabinet.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Checklist confidentialité (poste offshore)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Poste dédié, antivirus actif, OS à jour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Session verrouillée dès que je m'absente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Confidentialité, RGPD, secret professionnel et posture offshore (suite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Écran non visible depuis l'extérieur / collègues non habilités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Aucun fichier client sur messagerie ou stockage personnel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Accès via les seuls outils fournis par le cabinet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Mots de passe forts + 2FA activée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Wifi sécurisé (pas de partage de connexion non protégé)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Documents papier (s'il y en a) rangés sous clé / détruits après usage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Travail local malgache vs travail externalisé pour la France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Aspect / Compta locale Madagascar / Externalisé pour la France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La qualité attendue par un cabinet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Quatre piliers (à mémoriser)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Rigueur — la bonne pièce dans le bon compte, avec la bonne TVA.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Fiabilité — « terminé » signifie contrôlé : rapprochement bouclé, TVA cohérente, attente justifiée.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Anticipation — pièces manquantes et anomalies signalées avant l'échéance.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Traçabilité — chaque opération inhabituelle est commentée ; rien n'est laissé sans explication.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1.1 — Qui fait quoi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Pour chaque action, indiquez C (collaborateur offshore peut faire seul) ou V (à valider/faire par le chef de mission ou l'expert-comptable)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Saisir une facture d'achat d'électricité.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Décider du régime TVA d'un nouveau client.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Préparer la déclaration de TVA du mois.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Signer et télétransmettre la liasse fiscale.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Relancer le client pour une facture manquante.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1.1 — Qui fait quoi ?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Choisir la durée d'amortissement d'un nouveau matériel.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Lettrer un compte fournisseur.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Valider un montage juridique (changement de statut).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 · 2. V (décision de l'EC) · 3. C (préparation) puis V (validation/envoi) · 4. V (expert-comptable uniquement) · 5. C · 6. V (politique du cabinet, v…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Règle d'or : le collaborateur prépare et propose, l'expert-comptable décide et signe tout ce qui est fiscal, juridique ou engage la responsabilité du cabinet.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1.2 — Incident de confidentialité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client envoie par erreur sur votre WhatsApp personnel un fichier de paie contenant les salaires. Que faites-vous 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1.2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Ne pas diffuser, ne pas enregistrer sur le téléphone perso.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Informer immédiatement le chef de mission (remontée d'anomalie).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Demander au client de renvoyer via le canal sécurisé du cabinet (Dext, Pennylane, Drive sécurisé).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Supprimer le fichier du WhatsApp perso après instruction.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1.2 — Incident de confidentialité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Documenter l'incident (date, action menée).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1 (QCM — 10 questions)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