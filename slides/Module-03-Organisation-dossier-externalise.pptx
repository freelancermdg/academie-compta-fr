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3 — Organisation d'un dossier comptable externalisé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Organiser la réception, le classement et le nommage des pièces.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Gérer les pièces manquantes et non conformes.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Utiliser les outils de collecte (Dext, Pennylane, Tiime, MEG, Drive).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Contrôler doublons et factures non conformes.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Communiquer et suivre les demandes avec le cabinet français.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 à maîtriser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Tenir un dossier propre et traçable.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Relancer efficacement les pièces manquantes.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Tenir un tableau de suivi de dossier.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La réception des pièces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Première règle : une pièce = une image lisible, complète, non rognée. On refuse une photo floue, coupée ou en double.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Classement et nommage des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Structure de dossier recommandée (GED)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CLIENT_X/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01_PERMANENT/        (Kbis, statuts, bail, emprunts, immo)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02_BANQUE/           (relevés par mois : 2026-01_releve.pdf)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03_ACHATS/           (factures fournisseurs par mois)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04_VENTES/           (factures clients par mois)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Classement et nommage des fichiers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05_PAIE/             (bulletins, journaux de paie, DSN)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06_TVA/              (déclarations CA3/CA12)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07_OD_DIVERS/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08_A_TRAITER/        (pièces non encore identifiées)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Convention de nommage (à imposer)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AAAA-MM-JJ_TYPE_TIERS_MONTANT.pdf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Classement et nommage des fichiers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Exemple : 2026-03-12_ACH_ORANGE_59,90.pdf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Types : ACH (achat), VTE (vente), BQ (banque), OD, IMMO, PAIE.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Un nommage régulier = recherche instantanée + zéro perte de pièce. C'est un marqueur de professionnalisme offshore.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Gestion des pièces manquantes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Identifier le manque (souvent au rapprochement bancaire : un débit sans facture).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lister dans le tableau de suivi.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Relancer (le client ou le cabinet selon l'organisation) — modèle de mail en annexe.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En attendant : passer l'opération en 471 ou laisser le règlement non lettré, avec commentaire.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Ne jamais « inventer » une imputation : une dépense sans justificatif n'est pas déductible (TVA + charge).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Contrôle des doublons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Causes fréquentes : pièce importée 2 fois dans Dext et saisie manuellement, ou facture + relevé bancaire comptabilisés séparément.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Méthode anti-doublon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Trier le journal d'achats par fournisseur + montant + date.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les n° de facture identiques.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Dans Pennylane/Dext, surveiller l'alerte « doublon potentiel ».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 : un même montant, même tiers, même jour → vérifier.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Factures non conformes (ne pas saisir telles quelles)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non conformes courants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Ticket de caisse sans TVA détaillée → TVA non récupérable (saisir en TTC, signaler).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« Facture » au nom du dirigeant et non de la société → charge personnelle potentielle (signaler, ne pas déduire la TVA).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 de commande / devis pris pour une facture → refuser.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en devise → convertir + justifier le taux.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Tickets, notes de frais, relevés bancaires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Tickets restaurant / carburant : justificatif obligatoire ; TVA récupérable selon nature (cf. Module 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Notes de frais : rapprocher de la pièce ; salarié remboursé via 425 ou compte associé.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Relevés bancaires : base du rapprochement ; vérifier que tous les mois sont présents et complets (pas de page manquante).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Outils de collecte (vue rapide — détail Module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Outil / Rôle dans la collecte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Communication et suivi avec le cabinet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Un point quotidien : ce qui est fait, en cours, bloqué.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Toute pièce manquante / anomalie → tracée (pas de mémoire orale).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Les questions sont regroupées (1 mail clair vaut mieux que 10 messages).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ouverture / tenue de dossier mensuel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Tous les relevés bancaires du mois reçus et complets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d'achats et de ventes du mois reçues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rangées et nommées selon la convention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Doublons contrôlés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Factures non conformes identifiées et signalées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Liste des pièces manquantes établie et relancée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ouverture / tenue de dossier mensuel »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de suivi de dossier mis à jour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Régime TVA et régime fiscal du dossier vérifiés (dossier permanent)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Tableau de suivi de dossier (modèle Excel à créer)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Colonnes recommandées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Client / Mois / Pièces reçues (O/N) / Relevés complets (O/N) / Saisie achats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Statuts : À FAIRE / EN COURS / BLOQUÉ / À VALIDER / TERMINÉ.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3.1 — Tri de pièces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Que faire de chacune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3.1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(a) Devis → ne pas saisir, ce n'est pas une pièce comptable. Classer ou écarter.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(b) Facture Orange → saisir (6262 + TVA + 401), nommer 2026-..._ACH_ORANGE_59,90.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(c) Ticket flou → redemander une photo nette (relance), en attente.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(d) Doublon EDF → n'en garder qu'une, supprimer l'autre, vérifier qu'elle n'est pas saisie 2 fois.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3.1 — Tri de pièces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(e) Facture au nom du gérant → signaler : possible charge personnelle ; ne pas récupérer la TVA sans validation du chef de mission.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