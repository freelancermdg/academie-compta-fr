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17 — Qualité, erreurs fréquentes et contrôle interne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Connaître les erreurs les plus fréquentes et savoir les éviter.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Appliquer une méthode de contrôle qualité avant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Auto-contrôler un dossier avant livraison.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Réduire son taux de retour.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Les erreurs fréquentes (et comment les éviter)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Erreur / Cause typique / Prévention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Le principe du contrôle interne offshore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Auto-contrôle : le collaborateur contrôle son propre travail (checklist qualité).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Contrôle croisé : si possible, un second regard sur les dossiers sensibles.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Supervision : le chef de mission valide selon le niveau d'autonomie.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Documentation : chaque contrôle laisse une trace (feuille de travail, checklist cochée).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La méthode de contrôle qualité (avant de dire « terminé »)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Procédure en 8 points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Banque rapprochée : 512 = relevé (justifié).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cohérente : collectée/déductible recalculées, pas d'erreur de taux.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471 / 580 = 0 : comptes d'attente apurés.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Lettrage fait : 401/411 lettrés, écarts soldés.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Doublons vérifiés : aucun.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La méthode de contrôle qualité (avant de dire « terminé »)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Comptes anormaux contrôlés : 53 ≥ 0, 455 justifié, pas de sens anormal injustifié.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Anomalies commentées : tout point en suspens documenté.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Pièces : justificatifs présents, factures non conformes signalées.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qualité avant validation (à joindre à chaque livraison)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Rapprochement bancaire bouclé et solde 512 justifié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contrôlée (taux, assurance/VP exclus, encaissements)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471 et 580 soldés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Lettrage 401/411 réalisé, écarts soldés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Aucun doublon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Caisse 53 ≥ 0, 455 justifié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qualité avant validation (à joindre à chaque livraison)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Soldes au sens anormal expliqués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Anomalies documentées (commentaires)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Pièces présentes / non conformités signalées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Points en suspens listés pour le chef de 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Tenir son « carnet d'erreurs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Chaque retour du cabinet = une ligne dans un fichier personnel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Date / Dossier / Erreur / Cause / Correction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C'est l'outil n°1 de progression : on ne refait pas deux fois la même erreur.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17.1 — Trouver les erreurs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17.1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471 = 1 500 → apurer (imputer / relancer) avant livraison.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sur assurance → annuler la TVA déduite (assurance exonérée).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53 = −30 → corriger (caisse négative impossible).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Doublon EDF → supprimer une écriture.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411 créditeur 200 → analyser (trop-payé) et commenter / reclasser.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17.1 — Trouver les erreurs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Conclusion : dossier non conforme pour livraison tant que ces points ne sont pas réglés.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