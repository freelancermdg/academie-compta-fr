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977639"/>
            <a:ext cx="12191695" cy="109728"/>
          </a:xfrm>
          <a:prstGeom prst="rect">
            <a:avLst/>
          </a:prstGeom>
          <a:solidFill>
            <a:srgbClr val="E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MODULE 6 — Rapprochement bancaire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206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8A13A"/>
                </a:solidFill>
                <a:latin typeface="Calibri"/>
              </a:rPr>
              <a:t>Comptabilité française externalisée  -  Formation en ligne · Madagascar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Objectifs pédagogiques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Comprendre l'objet et la méthode du rapprochement bancaire.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Pointer banque / comptabilité et expliquer chaque écart.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Justifier le solde du compte 512.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Compétences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Identifier écritures manquantes, doublons, frais oubliés.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Construire un état de rapprochement équilibré.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1. Objectif du rapprochement bancaire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Égalité visée 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Solde comptable 512 (corrigé) = Solde relevé bancaire (corrigé)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2. La méthode de pointage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Récupérer le relevé bancaire du mois et le grand livre 512.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Pointer ligne à ligne ce qui figure des deux côtés (même date/montant).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Isoler ce qui n'est que dans la compta (chèque émis non débité, encaissement non crédité).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Isoler ce qui n'est que sur le relevé (frais bancaires, prélèvements, virements non saisis).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Saisir ce qui manque en compta (frais, prélèvements, agios…).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Justifier les écarts restants (opérations en cours) dans l'état de rapprochement.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3. Les écarts typiques et leur traitement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Tableau : Écart / Côté / Traitement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4. Méthodes de recherche d'un écart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Par montant : chercher le montant exact dans le grand livre / le relevé (rapide pour un écart unique).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Par libellé : identifier le tiers (ex. « SARL DUPONT », « ORANGE », « URSSAF »).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Par différence : si l'écart = un montant connu (ex. 18 € = frais bancaires habituels).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Par cumul : si l'écart = somme de plusieurs petites lignes (pointer une à une).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5. Virements internes (compte 580)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Quand l'argent passe d'un compte bancaire à un autre (ou banque ↔ caisse), on utilise le 580 pour éviter un double comptage.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Ex. — Virement 2 000 € du compte courant vers le livret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Sortie compte courant : 580 D 2 000 / 512-courant C 2 000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Entrée livret : 512-livret D 2 000 / 580 C 2 000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Le 580 se solde à 0 une fois les deux côtés saisis (à vérifier en révision).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6. Justification du solde 512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À la fin, on doit pouvoir prouver 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Solde 512 comptable + chèques non débités − encaissements non crédités … = solde relevé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L'état de rapprochement (tableau) liste les opérations en suspens et démontre l'égalité.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Checklist rapprochement bancaire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Relevé du mois complet (toutes les pages)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Solde initial relevé = solde final mois précédent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Toutes les lignes du relevé pointées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Frais bancaires / agios saisis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Prélèvements et virements saisis (pièces relancées si besoin)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Doublons supprimés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Checklist rapprochement bancaire (suite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Virements internes soldés via 580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État de rapprochement équilibré (écart = 0 ou justifié)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Commentaire sur chaque opération en suspens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Modèle d'état de rapprochement (Excel à créer)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Tableau : Côté COMPTA (512) / Côté BANQUE (relevé)</a:t>
            </a:r>
          </a:p>
          <a:p>
            <a:pPr>
              <a:spcAft>
                <a:spcPts val="600"/>
              </a:spcAft>
            </a:pPr>
            <a:r>
              <a:rPr sz="1400" i="1">
                <a:solidFill>
                  <a:srgbClr val="66707B"/>
                </a:solidFill>
              </a:rPr>
              <a:t>  Objectif : les deux soldes corrigés sont égaux.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Cas pratique 6.1 — Rapprochement complet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Solde comptable 512 au 31/03 : 5 200 € (débiteur).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Solde relevé au 31/03 : 4 930 €.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Éléments 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Frais bancaires mars 30 € non saisis.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Prélèvement Orange 60 € (TTC) non saisi, facture présente.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Chèque fournisseur émis 400 € non encore débité.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Cas pratique 6.1 — Rapprochement complet (suite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Encaissement client 200 € enregistré en compta mais pas encore sur le relevé.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Travail : saisir les écritures manquantes, puis dresser l'état de rapprochement.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2E6CA4"/>
                </a:solidFill>
              </a:rPr>
              <a:t>Correction 6.1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Écritures à saisir 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Frais : 627 D 30 / 512 C 30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Orange : 6262 D 50 / 44566 D 10 / 512 C 60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Cas pratique 6.1 — Rapprochement complet (suite 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Nouveau solde comptable = 5 200 − 30 − 60 = 5 110 €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État de rapprochement 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Tableau : Compta / Banque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Vérification : Banque 4 930 − 400 (chèque qui sera débité) + 200 (encaissement à venir) = 4 730… ajustons la logique 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Méthode correcte : on part du solde banque et on ajoute/retire les opérations en route pour retrouver la compta 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Solde banque 4 930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Cas pratique 6.1 — Rapprochement complet (suite 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+ chèque émis non débité 400 (la compta l'a déjà retiré, la banque pas encore) → 5 330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− encaissement non crédité 200 (la compta l'a déjà ajouté, la banque pas encore) → 5 130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Hmm, et solde comptable corrigé = 5 110. Écart de 20 → en pratique, cela révèle une erreur à rechercher (un montant de 20 €).</a:t>
            </a:r>
          </a:p>
          <a:p>
            <a:pPr>
              <a:spcAft>
                <a:spcPts val="600"/>
              </a:spcAft>
            </a:pPr>
            <a:r>
              <a:rPr sz="1400" i="1">
                <a:solidFill>
                  <a:srgbClr val="66707B"/>
                </a:solidFill>
              </a:rPr>
              <a:t>  Leçon clé du cas : quand l'état ne tombe pas juste, l'écart résiduel signale une anomalie à chercher (ici 20 €, à pointer par montant). On ne « force » jamais un rapprochement. (Données volontairement piégées pour l'entraînement : retrouver et corriger la ligne de 20 €.)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Évaluation de fin de module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Quiz interactif auto-corrige disponible dans la plateforme e-learning (seuil de reussite : 70 %).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E8A13A"/>
                </a:solidFill>
                <a:latin typeface="Calibri"/>
              </a:rPr>
              <a:t>A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10896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Appliquez la checklist du module avant toute livraison.
Faites le quiz interactif dans la plateforme (seuil 70 %).
Vous preparez et proposez ; l'expert-comptable decide et signe.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