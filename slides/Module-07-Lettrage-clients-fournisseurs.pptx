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7 — Lettrage clients et fournisseurs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Comprendre pourquoi et comment lettrer les comptes de tiers.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Gérer écarts de règlement, avoirs, règlements partiels, trop-payés.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Justifier les comptes 401 et 411 et produire une balance âgée.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Compétences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Lettrer automatiquement et manuellement.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Détecter clients douteux, fournisseurs débiteurs, clients créditeurs.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Pourquoi lettrer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 lettrage associe une facture à son règlement dans un compte de tiers (401/411). Il permet de savoir, à tout moment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ce qui est payé (lettré),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ce qui reste dû (non lettré).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Un compte 411 / 401 bien lettré = on lit immédiatement les créances et dettes réelles. C'est la base de la balance âgée et des relances.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Lettrage automatique vs manuel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Automatique : l'outil rapproche facture/règlement de même montant (Pennylane, ACD, Sage…). Rapide mais ne gère pas bien les écarts.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Manuel : nécessaire pour les écarts, regroupements (plusieurs factures = 1 règlement), avoirs, acomptes.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Méthode manuelle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Ouvrir le grand livre du tiers.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Associer chaque règlement à sa/ses facture(s).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Attribuer une lettre (A, B, C…) aux lignes qui se compensent (total débit = total crédit pour cette lettre).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Lettrage automatique vs manuel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Les lignes non lettrées = restant dû / restant à encaisser.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Gestion des cas particuliers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Cas / Traitement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— Écart de 0,50 € sur règlement client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512 D (montant reçu) / 411 C (montant facture) / 658 D 0,50 → puis lettrage.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Comptes clients douteux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Quand un client ne paie pas (litige, défaillance)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Reclasser la créance en 416 Clients douteux.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Constater une dépréciation (provision) si recouvrement incertain (681 / 491) — sur instruction du chef de mission.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Si créance définitivement perdue : passer en 654 (créances irrécouvrables) + régularisation TVA — validation cabinet.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Justification des comptes 401 / 411 et balance âgée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Justifier le 401 : le solde = factures fournisseurs réellement dues (rapprocher avec les relevés fournisseurs).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Justifier le 411 : le solde = factures clients réellement à encaisser.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Balance âgée : classe les créances/dettes par ancienneté (0–30 j, 30–60 j, 60–90 j, &gt; 90 j). Outil de relance et d'analyse du risque.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lettrage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Lettrage automatique lancé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Règlements partiels identifiés et suivis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Avoirs lettrés avec leur facture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Écarts de règlement soldés (658/758/627)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Comptes 411 créditeurs analysés (trop-payés)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Comptes 401 débiteurs analysés (acomptes/avoirs)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lettrage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Créances anciennes signalées (clients douteux)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Balance âgée éditée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Comptes 401/411 justifiés (rapprochement relevés)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Balance âgée (modèle Excel à créer)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Tiers / Total dû / 0–30 j / 31–60 j / 61–90 j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7.1 — Lettrage fournisseur avec avoir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Compte 401 « SARL MARTIN »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Facture F1 : 1 200 € (crédit)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Facture F2 : 800 € (crédit)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Avoir A1 : 200 € (débit)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Règlement par virement : 1 800 € (débit)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Travail : lettrer et indiquer le solde restant.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7.1 — Lettrage fournisseur avec avoir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7.1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F1 (1 200) + F2 (800) = 2 000 dus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Avoir A1 (−200) → net dû = 1 800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Règlement 1 800 → solde le 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Lettre A : F1 + F2 + A1 + règlement → total débit (200 + 1 800 = 2 000) = total crédit (1 200 + 800 = 2 000). ✔️ équilibré.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Solde du compte = 0 €, entièrement lettré.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7.2 — Client créditeur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 compte 411 « DUPONT » présente un solde créditeur de 150 € après lettrage. Qu'est-ce que cela signifie et que faire ?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7.2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